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46704" y="685800"/>
            <a:ext cx="5486400" cy="5486400"/>
          </a:xfrm>
          <a:prstGeom prst="ellipse">
            <a:avLst/>
          </a:prstGeom>
          <a:solidFill>
            <a:srgbClr val="0F14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METROPOLIS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6B6D4"/>
                </a:solidFill>
                <a:latin typeface="Trebuchet MS"/>
              </a:defRPr>
            </a:pPr>
            <a:r>
              <a:t>Smart City Decision Intelligence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Integrated IoT Telemetry • LSTM/XGBoost Forecasts • Leaflet GIS • Gemini RAG Audits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Executive Summary &amp; Project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Trebuchet MS"/>
              </a:defRPr>
            </a:pPr>
            <a:r>
              <a:t>The Operational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Metropolitan systems often operate in isolated silos (traffic, power, water, environment), preventing unified response plans.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Warning systems rarely couple predictive weather telemetry directly with autonomous field actuators.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System administrators lack explainable, traceable rationale logs for automated decision sequences.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1463040"/>
            <a:ext cx="539496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Trebuchet MS"/>
              </a:defRPr>
            </a:pPr>
            <a:r>
              <a:t>The Metropolis AI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Consolidates real-time IoT feeds, municipal registries, and Earth Engine satellite scans into a single pane of glass.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Bridges predictive climate algorithms directly to autonomous Pub/Sub emergency triggers (monsoons -&gt; sluice gate deployments).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RAG-configured conversational assistant offering full lineage audits of queried databases and XAI logic trees.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Full Stack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Trebuchet MS"/>
              </a:defRPr>
            </a:pPr>
            <a:r>
              <a:t>1. Ingestion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IoT telemetry streaming for Air Quality (AQI), reservoirs, and power lines.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Mocked GCP BigQuery datastores containing historical sensor logs.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Real-time sensor fluctuation script simulating live operational 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463040"/>
            <a:ext cx="347472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Trebuchet MS"/>
              </a:defRPr>
            </a:pPr>
            <a:r>
              <a:t>2. Analytics &amp; Agent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0574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Explainable AI (XAI) feature importance ranking modifiers.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ADK Multi-Agent cooperative dialogs syncing Traffic, Environmental, Health, and Utility agents.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LSTM and XGBoost dual-model predictive regression graphs.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7031" y="1463040"/>
            <a:ext cx="347472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3. Map &amp; Portal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0574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Glassmorphism UI using Vanilla HTML5, CSS3, and ES6 Javascript.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Leaflet GIS map rendering CartoDB Dark tiles with custom pulsing markers.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Focus City center translations adjusting all data parameters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Overview Dashboard &amp;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Trebuchet MS"/>
              </a:defRPr>
            </a:pPr>
            <a:r>
              <a:t>BigQuery Analytics (Looker Mock)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KPI telemetry cards displaying live metrics for the focused city.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Interactive Chart.js line graphs modeling grid electrical load trends and water flow rates.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Automatic severity styling triggers matching AQI safety indexes.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Sector Risk status logs classifying severity alerts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1463040"/>
            <a:ext cx="539496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Operational Direct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Focus City Selector dropdown immediately translating active coordinate zones (Mumbai, Tokyo, Sydney, London, São Paulo, Cairo, SF).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Executive Report modal compiling live metrics to generate official directive files.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Simulated digital signature verification using secure hash codes.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Predictive Sandbox &amp; Temporal GIS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Trebuchet MS"/>
              </a:defRPr>
            </a:pPr>
            <a:r>
              <a:t>Predictive Sandbox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Dual-model forecasting comparisons showing LSTM (smooth nodes) vs XGBoost (jagged trees) predictions.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Environment variables (Rainfall, Temp offsets, Holidays) modifying charts live.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Explainable AI (XAI) bar charts plotting input feature weights based on user modifications.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1463040"/>
            <a:ext cx="539496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Trebuchet MS"/>
              </a:defRPr>
            </a:pPr>
            <a:r>
              <a:t>Temporal Earth Engine 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Leaflet layers mapping Flood Hazard Risk (blue), Crop NDVI health (green), and Urban Heat Islands (red).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Time-lapse slider (2020 - 2026) altering layer radii to model climate impact.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Pulsing IoT markers linking to vision overlays and drainage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Multimodal AI &amp; Autonomous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Multimodal AI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Vision AI frame analyzer rendering overlay bounding boxes with confidence intervals on garbage and road damage photos.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CCTV Video tracking displaying real-time pedestrian grids and Safety status alerts.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Voice NLP transcriber typing out citizen calls and parsing location, category, and urgency tags.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1463040"/>
            <a:ext cx="539496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Trebuchet MS"/>
              </a:defRPr>
            </a:pPr>
            <a:r>
              <a:t>Autonomous Action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Structured Pub/Sub processing chains showing workflow progress nodes.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Cross-Tab alert triggers: moving the rain forecast slider past 40mm automatically fires emergency sluice gate opening routines.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Direct visual log alerts pushed to system operators in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Production Deployment &amp; Open-Source Sync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Trebuchet MS"/>
              </a:defRPr>
            </a:pPr>
            <a:r>
              <a:t>GCP Cloud Storage Hosting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Deployed as a static, public web service on Google Cloud Storage.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Configured with Uniform Bucket-Level Access and Public Object Viewers.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Hosted bucket location: gs://metropolis-ai-536438030825 (us-central1).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Production URL: https://storage.googleapis.com/metropolis-ai-536438030825/index.html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1463040"/>
            <a:ext cx="5394960" cy="4754880"/>
          </a:xfrm>
          <a:prstGeom prst="roundRect">
            <a:avLst/>
          </a:prstGeom>
          <a:solidFill>
            <a:srgbClr val="141A2D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Trebuchet MS"/>
              </a:defRPr>
            </a:pPr>
            <a:r>
              <a:t>GitHub Repository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Repository pushed to: https://github.com/devarkarrenika-pixel/Metropolis-AI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Fully tracked to main branch, containing custom gitignore setups.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Includes architectural flowcharts, technology descriptions, and setup guidelines in a professional README.md.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